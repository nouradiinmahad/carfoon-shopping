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84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17920"/>
            <a:ext cx="12188952" cy="182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7BEFC2D-9406-4830-AB88-5F453161DD8B}"/>
              </a:ext>
            </a:extLst>
          </p:cNvPr>
          <p:cNvGrpSpPr/>
          <p:nvPr/>
        </p:nvGrpSpPr>
        <p:grpSpPr>
          <a:xfrm>
            <a:off x="-1060059" y="6221"/>
            <a:ext cx="15333784" cy="9911502"/>
            <a:chOff x="1" y="429"/>
            <a:chExt cx="12814568" cy="98536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E71E6A3-4A56-4DCA-B938-55005172B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60769" y="2284865"/>
              <a:ext cx="11353800" cy="75692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6F5575A-0523-445C-8A30-0C5FBC64A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" y="429"/>
              <a:ext cx="12191998" cy="6857141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EEEADA08-0BEC-43C4-93C1-E6425EF851ED}"/>
              </a:ext>
            </a:extLst>
          </p:cNvPr>
          <p:cNvSpPr txBox="1">
            <a:spLocks/>
          </p:cNvSpPr>
          <p:nvPr/>
        </p:nvSpPr>
        <p:spPr>
          <a:xfrm>
            <a:off x="800007" y="455175"/>
            <a:ext cx="9935818" cy="218439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+mn-lt"/>
              </a:rPr>
              <a:t>SIMAD </a:t>
            </a:r>
            <a:r>
              <a:rPr lang="en-US" sz="4000" dirty="0" smtClean="0">
                <a:latin typeface="+mn-lt"/>
              </a:rPr>
              <a:t>University</a:t>
            </a:r>
            <a:r>
              <a:rPr lang="en-US" sz="4000" dirty="0">
                <a:latin typeface="+mn-lt"/>
              </a:rPr>
              <a:t/>
            </a:r>
            <a:br>
              <a:rPr lang="en-US" sz="4000" dirty="0">
                <a:latin typeface="+mn-lt"/>
              </a:rPr>
            </a:br>
            <a:endParaRPr lang="en-US" sz="4000" b="1" dirty="0" smtClean="0">
              <a:solidFill>
                <a:srgbClr val="1FA34A"/>
              </a:solidFill>
              <a:latin typeface="+mn-lt"/>
            </a:endParaRPr>
          </a:p>
          <a:p>
            <a:pPr algn="ctr"/>
            <a:r>
              <a:rPr lang="en-US" sz="4000" b="1" dirty="0">
                <a:solidFill>
                  <a:srgbClr val="1FA34A"/>
                </a:solidFill>
                <a:latin typeface="+mn-lt"/>
              </a:rPr>
              <a:t>ONLINE SHOPPING MANAGEMENT SYSTEM</a:t>
            </a:r>
          </a:p>
          <a:p>
            <a:pPr algn="ctr"/>
            <a:endParaRPr lang="en-US" sz="4000" b="1" dirty="0">
              <a:solidFill>
                <a:srgbClr val="1FA34A"/>
              </a:solidFill>
              <a:latin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4625" y="187425"/>
            <a:ext cx="1465889" cy="15177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24" y="4031207"/>
            <a:ext cx="2876951" cy="45726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73262" y="3050292"/>
            <a:ext cx="6092825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rPr lang="en-US" dirty="0"/>
              <a:t>SIMAD UNIVERSITY - Faculty of Computing</a:t>
            </a:r>
            <a:br>
              <a:rPr lang="en-US" dirty="0"/>
            </a:br>
            <a:r>
              <a:rPr lang="en-US" dirty="0"/>
              <a:t>Course: Oracle .</a:t>
            </a:r>
            <a:br>
              <a:rPr lang="en-US" dirty="0"/>
            </a:br>
            <a:r>
              <a:rPr lang="en-US" dirty="0" smtClean="0"/>
              <a:t>SYSTEM Name: CARFOON Online-shopping.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44469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800600" y="387698"/>
            <a:ext cx="2309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200" dirty="0" smtClean="0"/>
              <a:t>Introduction</a:t>
            </a:r>
            <a:endParaRPr sz="3200" dirty="0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1264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595" y="-73090"/>
            <a:ext cx="1465889" cy="1517780"/>
          </a:xfrm>
          <a:prstGeom prst="rect">
            <a:avLst/>
          </a:prstGeom>
        </p:spPr>
      </p:pic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470685" y="2034906"/>
            <a:ext cx="10969308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latin typeface="Arial" panose="020B0604020202020204" pitchFamily="34" charset="0"/>
              </a:rPr>
              <a:t>Online </a:t>
            </a:r>
            <a:r>
              <a:rPr lang="en-US" altLang="en-US" sz="2000" b="1" dirty="0">
                <a:latin typeface="Arial" panose="020B0604020202020204" pitchFamily="34" charset="0"/>
              </a:rPr>
              <a:t>shopping has transformed modern commerce</a:t>
            </a:r>
            <a:r>
              <a:rPr lang="en-US" altLang="en-US" sz="2000" b="1" dirty="0" smtClean="0">
                <a:latin typeface="Arial" panose="020B0604020202020204" pitchFamily="34" charset="0"/>
              </a:rPr>
              <a:t>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latin typeface="Arial" panose="020B0604020202020204" pitchFamily="34" charset="0"/>
              </a:rPr>
              <a:t>Efficient database management is essential for handling products, customers, orders, and payments</a:t>
            </a:r>
            <a:r>
              <a:rPr lang="en-US" altLang="en-US" sz="2000" b="1" dirty="0" smtClean="0">
                <a:latin typeface="Arial" panose="020B0604020202020204" pitchFamily="34" charset="0"/>
              </a:rPr>
              <a:t>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latin typeface="Arial" panose="020B0604020202020204" pitchFamily="34" charset="0"/>
              </a:rPr>
              <a:t>This </a:t>
            </a:r>
            <a:r>
              <a:rPr lang="en-US" altLang="en-US" sz="2000" b="1" dirty="0">
                <a:latin typeface="Arial" panose="020B0604020202020204" pitchFamily="34" charset="0"/>
              </a:rPr>
              <a:t>project develops an Online Shopping Management System using Oracle SQL</a:t>
            </a:r>
            <a:r>
              <a:rPr lang="en-US" altLang="en-US" sz="2000" b="1" dirty="0" smtClean="0">
                <a:latin typeface="Arial" panose="020B0604020202020204" pitchFamily="34" charset="0"/>
              </a:rPr>
              <a:t>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latin typeface="Arial" panose="020B0604020202020204" pitchFamily="34" charset="0"/>
              </a:rPr>
              <a:t>The </a:t>
            </a:r>
            <a:r>
              <a:rPr lang="en-US" altLang="en-US" sz="2000" b="1" dirty="0">
                <a:latin typeface="Arial" panose="020B0604020202020204" pitchFamily="34" charset="0"/>
              </a:rPr>
              <a:t>application is built with Python </a:t>
            </a:r>
            <a:r>
              <a:rPr lang="en-US" altLang="en-US" sz="2000" b="1" dirty="0" err="1">
                <a:latin typeface="Arial" panose="020B0604020202020204" pitchFamily="34" charset="0"/>
              </a:rPr>
              <a:t>Tkinter</a:t>
            </a:r>
            <a:r>
              <a:rPr lang="en-US" altLang="en-US" sz="2000" b="1" dirty="0">
                <a:latin typeface="Arial" panose="020B0604020202020204" pitchFamily="34" charset="0"/>
              </a:rPr>
              <a:t> connected to an Oracle Database.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44469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52304" y="429547"/>
            <a:ext cx="57505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sz="3200" dirty="0" smtClean="0"/>
              <a:t>Problem </a:t>
            </a:r>
            <a:r>
              <a:rPr lang="en-US" sz="3200" dirty="0"/>
              <a:t>Statement &amp; Objectives</a:t>
            </a:r>
            <a:endParaRPr sz="3200" dirty="0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1264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595" y="-15940"/>
            <a:ext cx="1465889" cy="1517780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15661" y="2586293"/>
            <a:ext cx="447328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database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scalability* </a:t>
            </a:r>
            <a:endParaRPr lang="en-US" alt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management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5727578" y="2586293"/>
            <a:ext cx="447328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normalized Oracle database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data integrity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efficient order processing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secure and scalable shopping system.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43346" y="2353018"/>
            <a:ext cx="4433454" cy="288254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543140" y="2422291"/>
            <a:ext cx="4764642" cy="288254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35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722" y="1332395"/>
            <a:ext cx="7148351" cy="507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144469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66273" y="446931"/>
            <a:ext cx="656263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sz="3200" dirty="0"/>
              <a:t>Database Design (ERD &amp; Main Tables)</a:t>
            </a:r>
            <a:endParaRPr sz="3200" dirty="0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1264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595" y="-73090"/>
            <a:ext cx="1465889" cy="1517780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628650" y="2183879"/>
            <a:ext cx="2627168" cy="337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Database 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Users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Cart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Cart Items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 Items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Payments</a:t>
            </a: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544291" y="1348998"/>
            <a:ext cx="1218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44398" tIns="0" rIns="0" bIns="217419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613746" y="1783769"/>
            <a:ext cx="201850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tabLst/>
            </a:pPr>
            <a:r>
              <a:rPr kumimoji="0" lang="en-US" altLang="en-US" b="1" i="0" u="none" strike="noStrike" cap="none" normalizeH="0" baseline="0" dirty="0" smtClean="0" bmk="_Toc233633826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ER Diagram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44469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05125" y="393412"/>
            <a:ext cx="24821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sz="3200" dirty="0"/>
              <a:t>Methodology</a:t>
            </a:r>
            <a:endParaRPr sz="3200" dirty="0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1264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5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595" y="-73090"/>
            <a:ext cx="1465889" cy="15177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26474" y="2354424"/>
            <a:ext cx="39208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Development </a:t>
            </a:r>
            <a:r>
              <a:rPr lang="en-US" sz="2000" dirty="0" smtClean="0"/>
              <a:t>Process</a:t>
            </a:r>
          </a:p>
          <a:p>
            <a:endParaRPr lang="en-US" sz="2000" dirty="0" smtClean="0"/>
          </a:p>
          <a:p>
            <a:r>
              <a:rPr lang="en-US" sz="2000" dirty="0" smtClean="0"/>
              <a:t>1. Requirement Analysis</a:t>
            </a:r>
          </a:p>
          <a:p>
            <a:r>
              <a:rPr lang="en-US" sz="2000" dirty="0" smtClean="0"/>
              <a:t>2</a:t>
            </a:r>
            <a:r>
              <a:rPr lang="en-US" sz="2000" dirty="0"/>
              <a:t>. Database </a:t>
            </a:r>
            <a:r>
              <a:rPr lang="en-US" sz="2000" dirty="0" smtClean="0"/>
              <a:t>Design</a:t>
            </a:r>
          </a:p>
          <a:p>
            <a:r>
              <a:rPr lang="en-US" sz="2000" dirty="0" smtClean="0"/>
              <a:t>3</a:t>
            </a:r>
            <a:r>
              <a:rPr lang="en-US" sz="2000" dirty="0"/>
              <a:t>. Table </a:t>
            </a:r>
            <a:r>
              <a:rPr lang="en-US" sz="2000" dirty="0" smtClean="0"/>
              <a:t>Creation</a:t>
            </a:r>
          </a:p>
          <a:p>
            <a:r>
              <a:rPr lang="en-US" sz="2000" dirty="0" smtClean="0"/>
              <a:t>4</a:t>
            </a:r>
            <a:r>
              <a:rPr lang="en-US" sz="2000" dirty="0"/>
              <a:t>. Relationship </a:t>
            </a:r>
            <a:r>
              <a:rPr lang="en-US" sz="2000" dirty="0" smtClean="0"/>
              <a:t>Implementation</a:t>
            </a:r>
          </a:p>
          <a:p>
            <a:r>
              <a:rPr lang="en-US" sz="2000" dirty="0" smtClean="0"/>
              <a:t>5</a:t>
            </a:r>
            <a:r>
              <a:rPr lang="en-US" sz="2000" dirty="0"/>
              <a:t>. Normalization (3NF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6</a:t>
            </a:r>
            <a:r>
              <a:rPr lang="en-US" sz="2000" dirty="0"/>
              <a:t>. Apply </a:t>
            </a:r>
            <a:r>
              <a:rPr lang="en-US" sz="2000" dirty="0" smtClean="0"/>
              <a:t>Constraints</a:t>
            </a:r>
          </a:p>
          <a:p>
            <a:r>
              <a:rPr lang="en-US" sz="2000" dirty="0" smtClean="0"/>
              <a:t>7</a:t>
            </a:r>
            <a:r>
              <a:rPr lang="en-US" sz="2000" dirty="0"/>
              <a:t>. Testing and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11495" y="2359117"/>
            <a:ext cx="6092825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Constraints </a:t>
            </a:r>
            <a:r>
              <a:rPr lang="en-US" sz="2000" dirty="0" smtClean="0"/>
              <a:t>Used</a:t>
            </a:r>
          </a:p>
          <a:p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PRIMARY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FOREIGN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UNIQUE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CHECK</a:t>
            </a:r>
            <a:endParaRPr lang="en-US"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304801" y="2145200"/>
            <a:ext cx="3671454" cy="3535164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154295" y="2121851"/>
            <a:ext cx="4433454" cy="288254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191" y="-404557"/>
            <a:ext cx="12188952" cy="153613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36064" y="162112"/>
            <a:ext cx="63519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sz="3200" dirty="0"/>
              <a:t>PL/SQL </a:t>
            </a:r>
            <a:r>
              <a:rPr lang="en-US" sz="3200" dirty="0" smtClean="0"/>
              <a:t>Package &amp; </a:t>
            </a:r>
            <a:r>
              <a:rPr lang="en-US" sz="3200" dirty="0"/>
              <a:t>Database Triggers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1264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6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7873" y="0"/>
            <a:ext cx="1483612" cy="15361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03563" y="2371589"/>
            <a:ext cx="382385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PL/SQL </a:t>
            </a:r>
            <a:r>
              <a:rPr lang="en-US" sz="2000" dirty="0" smtClean="0"/>
              <a:t>Package</a:t>
            </a:r>
          </a:p>
          <a:p>
            <a:endParaRPr lang="en-US" sz="2000" dirty="0" smtClean="0"/>
          </a:p>
          <a:p>
            <a:r>
              <a:rPr lang="en-US" sz="2000" dirty="0" smtClean="0"/>
              <a:t>PKG_ORDER_MANAGEMENT</a:t>
            </a:r>
          </a:p>
          <a:p>
            <a:endParaRPr lang="en-US" sz="2000" dirty="0" smtClean="0"/>
          </a:p>
          <a:p>
            <a:r>
              <a:rPr lang="en-US" sz="2000" dirty="0" smtClean="0"/>
              <a:t>Purpose: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Centralizes </a:t>
            </a:r>
            <a:r>
              <a:rPr lang="en-US" sz="2000" dirty="0"/>
              <a:t>business </a:t>
            </a:r>
            <a:r>
              <a:rPr lang="en-US" sz="2000" dirty="0" smtClean="0"/>
              <a:t>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Improves maintainability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Supports </a:t>
            </a:r>
            <a:r>
              <a:rPr lang="en-US" sz="2000" dirty="0"/>
              <a:t>reusable procedures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337" y="2044324"/>
            <a:ext cx="3902390" cy="3535164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81600" y="2387906"/>
            <a:ext cx="42533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Database </a:t>
            </a:r>
            <a:r>
              <a:rPr lang="en-US" sz="2000" dirty="0" smtClean="0"/>
              <a:t>Triggers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Update </a:t>
            </a:r>
            <a:r>
              <a:rPr lang="en-US" sz="2000" dirty="0"/>
              <a:t>product stock </a:t>
            </a:r>
            <a:r>
              <a:rPr lang="en-US" sz="2000" dirty="0" smtClean="0"/>
              <a:t>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Generate </a:t>
            </a:r>
            <a:r>
              <a:rPr lang="en-US" sz="2000" dirty="0"/>
              <a:t>product </a:t>
            </a:r>
            <a:r>
              <a:rPr lang="en-US" sz="2000" dirty="0" smtClean="0"/>
              <a:t>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Audit </a:t>
            </a:r>
            <a:r>
              <a:rPr lang="en-US" sz="2000" dirty="0"/>
              <a:t>inventory </a:t>
            </a:r>
            <a:r>
              <a:rPr lang="en-US" sz="2000" dirty="0" smtClean="0"/>
              <a:t>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Track </a:t>
            </a:r>
            <a:r>
              <a:rPr lang="en-US" sz="2000" dirty="0"/>
              <a:t>order status 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6909" y="2044324"/>
            <a:ext cx="4876800" cy="3535164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527"/>
            <a:ext cx="12188952" cy="153613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29495" y="508727"/>
            <a:ext cx="364984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sz="4000" dirty="0"/>
              <a:t>System Features</a:t>
            </a:r>
            <a:endParaRPr sz="4000" dirty="0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1264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595" y="-73090"/>
            <a:ext cx="1465889" cy="15177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9709" y="2617120"/>
            <a:ext cx="2909455" cy="2634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Customer </a:t>
            </a:r>
            <a:r>
              <a:rPr lang="en-US" sz="2000" dirty="0" smtClean="0"/>
              <a:t>Features</a:t>
            </a:r>
          </a:p>
          <a:p>
            <a:pPr>
              <a:lnSpc>
                <a:spcPct val="150000"/>
              </a:lnSpc>
            </a:pPr>
            <a:endParaRPr lang="en-US" sz="20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Shop </a:t>
            </a:r>
            <a:r>
              <a:rPr lang="en-US" dirty="0" smtClean="0"/>
              <a:t>catalog.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My Shopping Cart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My Orders &amp; </a:t>
            </a:r>
            <a:r>
              <a:rPr lang="en-US" dirty="0" smtClean="0"/>
              <a:t>Payments </a:t>
            </a:r>
            <a:r>
              <a:rPr lang="en-US" dirty="0"/>
              <a:t>Cart </a:t>
            </a:r>
            <a:r>
              <a:rPr lang="en-US" dirty="0" smtClean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083" y="2272366"/>
            <a:ext cx="3902390" cy="3535164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405714" y="2617120"/>
            <a:ext cx="336421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Administrator </a:t>
            </a:r>
            <a:r>
              <a:rPr lang="en-US" dirty="0" smtClean="0"/>
              <a:t>Features</a:t>
            </a:r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Admin Dashboard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Products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Categories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Orders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Payments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Users </a:t>
            </a:r>
            <a:r>
              <a:rPr lang="en-US" dirty="0" smtClean="0"/>
              <a:t>List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019937" y="2337412"/>
            <a:ext cx="3902390" cy="369602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527"/>
            <a:ext cx="12188952" cy="153613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18658" y="465649"/>
            <a:ext cx="379636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sz="4000" dirty="0"/>
              <a:t>Testing &amp; Results</a:t>
            </a:r>
            <a:endParaRPr sz="4000" dirty="0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1264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315" y="0"/>
            <a:ext cx="1716510" cy="17772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4082" y="2272366"/>
            <a:ext cx="4899917" cy="3535164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2671270"/>
            <a:ext cx="6092825" cy="28146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Database </a:t>
            </a:r>
            <a:r>
              <a:rPr lang="en-US" sz="2000" dirty="0" smtClean="0"/>
              <a:t>Status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Oracle </a:t>
            </a:r>
            <a:r>
              <a:rPr lang="en-US" sz="2000" dirty="0"/>
              <a:t>Database running </a:t>
            </a:r>
            <a:r>
              <a:rPr lang="en-US" sz="2000" dirty="0" smtClean="0"/>
              <a:t>successfully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All </a:t>
            </a:r>
            <a:r>
              <a:rPr lang="en-US" sz="2000" dirty="0"/>
              <a:t>tables </a:t>
            </a:r>
            <a:r>
              <a:rPr lang="en-US" sz="2000" dirty="0" smtClean="0"/>
              <a:t>created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PL/SQL </a:t>
            </a:r>
            <a:r>
              <a:rPr lang="en-US" sz="2000" dirty="0"/>
              <a:t>package compiled </a:t>
            </a:r>
            <a:r>
              <a:rPr lang="en-US" sz="2000" dirty="0" smtClean="0"/>
              <a:t>successfully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All </a:t>
            </a:r>
            <a:r>
              <a:rPr lang="en-US" sz="2000" dirty="0"/>
              <a:t>triggers enabled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303761"/>
              </p:ext>
            </p:extLst>
          </p:nvPr>
        </p:nvGraphicFramePr>
        <p:xfrm>
          <a:off x="5860472" y="2427697"/>
          <a:ext cx="5611093" cy="36644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3969">
                  <a:extLst>
                    <a:ext uri="{9D8B030D-6E8A-4147-A177-3AD203B41FA5}">
                      <a16:colId xmlns:a16="http://schemas.microsoft.com/office/drawing/2014/main" val="3064406583"/>
                    </a:ext>
                  </a:extLst>
                </a:gridCol>
                <a:gridCol w="1107945">
                  <a:extLst>
                    <a:ext uri="{9D8B030D-6E8A-4147-A177-3AD203B41FA5}">
                      <a16:colId xmlns:a16="http://schemas.microsoft.com/office/drawing/2014/main" val="657748519"/>
                    </a:ext>
                  </a:extLst>
                </a:gridCol>
                <a:gridCol w="3139179">
                  <a:extLst>
                    <a:ext uri="{9D8B030D-6E8A-4147-A177-3AD203B41FA5}">
                      <a16:colId xmlns:a16="http://schemas.microsoft.com/office/drawing/2014/main" val="512912958"/>
                    </a:ext>
                  </a:extLst>
                </a:gridCol>
              </a:tblGrid>
              <a:tr h="264273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Table Name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Row Count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Purpose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extLst>
                  <a:ext uri="{0D108BD9-81ED-4DB2-BD59-A6C34878D82A}">
                    <a16:rowId xmlns:a16="http://schemas.microsoft.com/office/drawing/2014/main" val="4180057351"/>
                  </a:ext>
                </a:extLst>
              </a:tr>
              <a:tr h="366881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CATEGORIES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16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Stores product category labels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extLst>
                  <a:ext uri="{0D108BD9-81ED-4DB2-BD59-A6C34878D82A}">
                    <a16:rowId xmlns:a16="http://schemas.microsoft.com/office/drawing/2014/main" val="1613927432"/>
                  </a:ext>
                </a:extLst>
              </a:tr>
              <a:tr h="47862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PRODUCTS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69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Stores product information and inventory items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extLst>
                  <a:ext uri="{0D108BD9-81ED-4DB2-BD59-A6C34878D82A}">
                    <a16:rowId xmlns:a16="http://schemas.microsoft.com/office/drawing/2014/main" val="286135507"/>
                  </a:ext>
                </a:extLst>
              </a:tr>
              <a:tr h="536875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USERS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Manages user accounts, credentials, and permissions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extLst>
                  <a:ext uri="{0D108BD9-81ED-4DB2-BD59-A6C34878D82A}">
                    <a16:rowId xmlns:a16="http://schemas.microsoft.com/office/drawing/2014/main" val="4143720607"/>
                  </a:ext>
                </a:extLst>
              </a:tr>
              <a:tr h="366881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ORDERS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Stores customer order records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extLst>
                  <a:ext uri="{0D108BD9-81ED-4DB2-BD59-A6C34878D82A}">
                    <a16:rowId xmlns:a16="http://schemas.microsoft.com/office/drawing/2014/main" val="610062764"/>
                  </a:ext>
                </a:extLst>
              </a:tr>
              <a:tr h="366881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PAYMENTS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Maintains payment transaction records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extLst>
                  <a:ext uri="{0D108BD9-81ED-4DB2-BD59-A6C34878D82A}">
                    <a16:rowId xmlns:a16="http://schemas.microsoft.com/office/drawing/2014/main" val="2565461348"/>
                  </a:ext>
                </a:extLst>
              </a:tr>
              <a:tr h="550323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ORDER_ITEMS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13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Contains details of purchased items within each order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extLst>
                  <a:ext uri="{0D108BD9-81ED-4DB2-BD59-A6C34878D82A}">
                    <a16:rowId xmlns:a16="http://schemas.microsoft.com/office/drawing/2014/main" val="1437829334"/>
                  </a:ext>
                </a:extLst>
              </a:tr>
              <a:tr h="366881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ORDER_AUDIT_LOGS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115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Records security and audit log activities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extLst>
                  <a:ext uri="{0D108BD9-81ED-4DB2-BD59-A6C34878D82A}">
                    <a16:rowId xmlns:a16="http://schemas.microsoft.com/office/drawing/2014/main" val="2297498418"/>
                  </a:ext>
                </a:extLst>
              </a:tr>
              <a:tr h="366881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CART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Stores shopping cart session information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94" marR="62194" marT="0" marB="0"/>
                </a:tc>
                <a:extLst>
                  <a:ext uri="{0D108BD9-81ED-4DB2-BD59-A6C34878D82A}">
                    <a16:rowId xmlns:a16="http://schemas.microsoft.com/office/drawing/2014/main" val="235340989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860472" y="1871119"/>
            <a:ext cx="19301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 </a:t>
            </a:r>
            <a:r>
              <a:rPr lang="en-US" sz="2000" b="1" dirty="0" smtClean="0"/>
              <a:t>Sample Records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40170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527"/>
            <a:ext cx="12188952" cy="153613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18658" y="465649"/>
            <a:ext cx="342138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sz="4000" dirty="0" smtClean="0"/>
              <a:t>Testing Screens</a:t>
            </a:r>
            <a:endParaRPr sz="4000" dirty="0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1264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315" y="0"/>
            <a:ext cx="1716510" cy="1777273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410585" y="2299855"/>
            <a:ext cx="4840288" cy="38266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4693" y="1639184"/>
            <a:ext cx="2743251" cy="4940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350" marR="0" indent="-6350" algn="just">
              <a:lnSpc>
                <a:spcPct val="148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Admin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front-end page.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990" y="2345456"/>
            <a:ext cx="5663010" cy="378102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429640" y="1720549"/>
            <a:ext cx="3001527" cy="4940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350" marR="0" indent="-6350" algn="just">
              <a:lnSpc>
                <a:spcPct val="148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Customer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front-end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page.</a:t>
            </a:r>
          </a:p>
        </p:txBody>
      </p:sp>
    </p:spTree>
    <p:extLst>
      <p:ext uri="{BB962C8B-B14F-4D97-AF65-F5344CB8AC3E}">
        <p14:creationId xmlns:p14="http://schemas.microsoft.com/office/powerpoint/2010/main" val="15635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527"/>
            <a:ext cx="12188952" cy="153613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10533" y="546399"/>
            <a:ext cx="480394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sz="4000" dirty="0"/>
              <a:t>Future Improvements</a:t>
            </a:r>
            <a:endParaRPr sz="4000" dirty="0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1264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753" y="0"/>
            <a:ext cx="1712752" cy="17733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42109" y="2274607"/>
            <a:ext cx="6092825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Online </a:t>
            </a:r>
            <a:r>
              <a:rPr lang="en-US" sz="2000" dirty="0"/>
              <a:t>payment gateway </a:t>
            </a:r>
            <a:r>
              <a:rPr lang="en-US" sz="2000" dirty="0" smtClean="0"/>
              <a:t>integration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Mobile application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Cloud </a:t>
            </a:r>
            <a:r>
              <a:rPr lang="en-US" sz="2000" dirty="0"/>
              <a:t>database </a:t>
            </a:r>
            <a:r>
              <a:rPr lang="en-US" sz="2000" dirty="0" smtClean="0"/>
              <a:t>deployment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Email notifications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Advanced </a:t>
            </a:r>
            <a:r>
              <a:rPr lang="en-US" sz="2000" dirty="0"/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127198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42436"/>
            <a:ext cx="12188952" cy="153613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05350" y="508727"/>
            <a:ext cx="250741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4000" dirty="0"/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1264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595" y="-73090"/>
            <a:ext cx="1465889" cy="15177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5854" y="1819308"/>
            <a:ext cx="6092825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Successfully </a:t>
            </a:r>
            <a:r>
              <a:rPr lang="en-US" sz="2000" dirty="0"/>
              <a:t>developed an Online Shopping Management System</a:t>
            </a:r>
            <a:r>
              <a:rPr lang="en-US" sz="20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Oracle </a:t>
            </a:r>
            <a:r>
              <a:rPr lang="en-US" sz="2000" dirty="0"/>
              <a:t>SQL provides reliable and efficient data management</a:t>
            </a:r>
            <a:r>
              <a:rPr lang="en-US" sz="20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PL/SQL </a:t>
            </a:r>
            <a:r>
              <a:rPr lang="en-US" sz="2000" dirty="0"/>
              <a:t>packages and triggers automate database operations</a:t>
            </a:r>
            <a:r>
              <a:rPr lang="en-US" sz="20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Python </a:t>
            </a:r>
            <a:r>
              <a:rPr lang="en-US" sz="2000" dirty="0" err="1"/>
              <a:t>Tkinter</a:t>
            </a:r>
            <a:r>
              <a:rPr lang="en-US" sz="2000" dirty="0"/>
              <a:t> offers an interactive desktop interface</a:t>
            </a:r>
            <a:r>
              <a:rPr lang="en-US" sz="20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/>
              <a:t>system is scalable, secure, and suitable for real-world e-commerce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72928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406</Words>
  <Application>Microsoft Office PowerPoint</Application>
  <PresentationFormat>Custom</PresentationFormat>
  <Paragraphs>138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cxc</dc:creator>
  <cp:keywords/>
  <dc:description>generated using python-pptx</dc:description>
  <cp:lastModifiedBy>cxc</cp:lastModifiedBy>
  <cp:revision>14</cp:revision>
  <dcterms:created xsi:type="dcterms:W3CDTF">2013-01-27T09:14:16Z</dcterms:created>
  <dcterms:modified xsi:type="dcterms:W3CDTF">2026-06-30T09:48:08Z</dcterms:modified>
  <cp:category/>
</cp:coreProperties>
</file>